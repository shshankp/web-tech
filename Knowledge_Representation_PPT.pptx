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Knowledge Representation (KR)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Definition, Objectives, and Types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Knowledge Representation?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KR is a method of storing knowledge in a machine-understandable form.</a:t>
            </a:r>
          </a:p>
          <a:p>
            <a:r>
              <a:t>• Helps AI systems reason, learn, and make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of KR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Representational Adequacy – Capture all kinds of knowledge.</a:t>
            </a:r>
          </a:p>
          <a:p>
            <a:r>
              <a:t>• Inferential Adequacy – Derive new knowledge using reasoning.</a:t>
            </a:r>
          </a:p>
          <a:p>
            <a:r>
              <a:t>• Inferential Efficiency – Make reasoning efficient.</a:t>
            </a:r>
          </a:p>
          <a:p>
            <a:r>
              <a:t>• Acquisitional Efficiency – Easily acquire new knowledge.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Declarative Knowledge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Describes facts or statements.</a:t>
            </a:r>
          </a:p>
          <a:p>
            <a:r>
              <a:t>Example: The sky is blue.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Procedural Knowledge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Describes how to perform tasks.</a:t>
            </a:r>
          </a:p>
          <a:p>
            <a:r>
              <a:t>Example: Algorithm for multiplication.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Heuristic Knowledge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Based on experience or rules of thumb.</a:t>
            </a:r>
          </a:p>
          <a:p>
            <a:r>
              <a:t>Example: If sick, rest.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Meta-Knowledge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Knowledge about knowledge.</a:t>
            </a:r>
          </a:p>
          <a:p>
            <a:r>
              <a:t>Example: I know what I don’t know.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Structural Knowledge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Shows relationships between concepts.</a:t>
            </a:r>
          </a:p>
          <a:p>
            <a:r>
              <a:t>Example: Concept hierarchies.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